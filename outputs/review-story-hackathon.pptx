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d40c988a9e4b46" /><Relationship Type="http://schemas.openxmlformats.org/officeDocument/2006/relationships/extended-properties" Target="/docProps/app.xml" Id="R1fc7154348be44ba" /><Relationship Type="http://schemas.openxmlformats.org/officeDocument/2006/relationships/officeDocument" Target="/ppt/presentation.xml" Id="R5ed7057c7d1447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1364bcd2c64ced"/>
  </p:sldMasterIdLst>
  <p:notesMasterIdLst>
    <p:notesMasterId xmlns:r="http://schemas.openxmlformats.org/officeDocument/2006/relationships" r:id="R41162167e5a743e2"/>
  </p:notesMasterIdLst>
  <p:sldIdLst>
    <p:sldId xmlns:r="http://schemas.openxmlformats.org/officeDocument/2006/relationships" id="256" r:id="R26cb3847d44e4b2f"/>
    <p:sldId xmlns:r="http://schemas.openxmlformats.org/officeDocument/2006/relationships" id="257" r:id="R99c41c514b5b4d9a"/>
    <p:sldId xmlns:r="http://schemas.openxmlformats.org/officeDocument/2006/relationships" id="258" r:id="R6b95fb15335c4d1e"/>
    <p:sldId xmlns:r="http://schemas.openxmlformats.org/officeDocument/2006/relationships" id="259" r:id="Rc17f59c9e8674b68"/>
    <p:sldId xmlns:r="http://schemas.openxmlformats.org/officeDocument/2006/relationships" id="260" r:id="R4e9555cca15d43e5"/>
    <p:sldId xmlns:r="http://schemas.openxmlformats.org/officeDocument/2006/relationships" id="261" r:id="Ra1abb40bafef4625"/>
    <p:sldId xmlns:r="http://schemas.openxmlformats.org/officeDocument/2006/relationships" id="262" r:id="R72dbff69906e4cab"/>
    <p:sldId xmlns:r="http://schemas.openxmlformats.org/officeDocument/2006/relationships" id="263" r:id="Ra532112e5a1e4ab6"/>
    <p:sldId xmlns:r="http://schemas.openxmlformats.org/officeDocument/2006/relationships" id="264" r:id="Re561642a7d1542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2584b0f9ef4e12" /><Relationship Type="http://schemas.openxmlformats.org/officeDocument/2006/relationships/slideMaster" Target="/ppt/slideMasters/slideMaster1.xml" Id="R3c1364bcd2c64ced" /><Relationship Type="http://schemas.openxmlformats.org/officeDocument/2006/relationships/notesMaster" Target="/ppt/notesMasters/notesMaster1.xml" Id="R41162167e5a743e2" /><Relationship Type="http://schemas.openxmlformats.org/officeDocument/2006/relationships/presProps" Target="/ppt/presProps.xml" Id="Ra9a1ca9e5e4c4999" /><Relationship Type="http://schemas.openxmlformats.org/officeDocument/2006/relationships/tableStyles" Target="/ppt/tableStyles.xml" Id="R2c1ac854f21a4049" /><Relationship Type="http://schemas.openxmlformats.org/officeDocument/2006/relationships/slide" Target="/ppt/slides/slide1.xml" Id="R26cb3847d44e4b2f" /><Relationship Type="http://schemas.openxmlformats.org/officeDocument/2006/relationships/slide" Target="/ppt/slides/slide2.xml" Id="R99c41c514b5b4d9a" /><Relationship Type="http://schemas.openxmlformats.org/officeDocument/2006/relationships/slide" Target="/ppt/slides/slide3.xml" Id="R6b95fb15335c4d1e" /><Relationship Type="http://schemas.openxmlformats.org/officeDocument/2006/relationships/slide" Target="/ppt/slides/slide4.xml" Id="Rc17f59c9e8674b68" /><Relationship Type="http://schemas.openxmlformats.org/officeDocument/2006/relationships/slide" Target="/ppt/slides/slide5.xml" Id="R4e9555cca15d43e5" /><Relationship Type="http://schemas.openxmlformats.org/officeDocument/2006/relationships/slide" Target="/ppt/slides/slide6.xml" Id="Ra1abb40bafef4625" /><Relationship Type="http://schemas.openxmlformats.org/officeDocument/2006/relationships/slide" Target="/ppt/slides/slide7.xml" Id="R72dbff69906e4cab" /><Relationship Type="http://schemas.openxmlformats.org/officeDocument/2006/relationships/slide" Target="/ppt/slides/slide8.xml" Id="Ra532112e5a1e4ab6" /><Relationship Type="http://schemas.openxmlformats.org/officeDocument/2006/relationships/slide" Target="/ppt/slides/slide9.xml" Id="Re561642a7d1542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eb9043bcdb45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fea09b115f4290" /><Relationship Type="http://schemas.openxmlformats.org/officeDocument/2006/relationships/notesMaster" Target="/ppt/notesMasters/notesMaster1.xml" Id="R34583ebe846c49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276260290d4ac8" /><Relationship Type="http://schemas.openxmlformats.org/officeDocument/2006/relationships/notesMaster" Target="/ppt/notesMasters/notesMaster1.xml" Id="Rb752720858e644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52c4d85fb44e97" /><Relationship Type="http://schemas.openxmlformats.org/officeDocument/2006/relationships/notesMaster" Target="/ppt/notesMasters/notesMaster1.xml" Id="Rfdc9d5a1229240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faf1aab33f4299" /><Relationship Type="http://schemas.openxmlformats.org/officeDocument/2006/relationships/notesMaster" Target="/ppt/notesMasters/notesMaster1.xml" Id="Ra5446cba5c044c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228b05f5264f08" /><Relationship Type="http://schemas.openxmlformats.org/officeDocument/2006/relationships/notesMaster" Target="/ppt/notesMasters/notesMaster1.xml" Id="Rd5b4562915564b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e8ed0795fe40ab" /><Relationship Type="http://schemas.openxmlformats.org/officeDocument/2006/relationships/notesMaster" Target="/ppt/notesMasters/notesMaster1.xml" Id="Rb84b6c86a61347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6904ce6af54360" /><Relationship Type="http://schemas.openxmlformats.org/officeDocument/2006/relationships/notesMaster" Target="/ppt/notesMasters/notesMaster1.xml" Id="R97b15a0c41834b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f1b98304b141d5" /><Relationship Type="http://schemas.openxmlformats.org/officeDocument/2006/relationships/notesMaster" Target="/ppt/notesMasters/notesMaster1.xml" Id="Rc295eef4cfa542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cd2c55bf514993" /><Relationship Type="http://schemas.openxmlformats.org/officeDocument/2006/relationships/notesMaster" Target="/ppt/notesMasters/notesMaster1.xml" Id="Ra2f3b149d4044d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056c8dca348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41e79985dd495e" /><Relationship Type="http://schemas.openxmlformats.org/officeDocument/2006/relationships/slideLayout" Target="/ppt/slideLayouts/slideLayout1.xml" Id="R7d0a3af2ae4149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0a3af2ae4149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e06c40cbb43f1" /><Relationship Type="http://schemas.openxmlformats.org/officeDocument/2006/relationships/notesSlide" Target="/ppt/notesSlides/notesSlide1.xml" Id="R0f8da514426e4e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568f2d9884a3e" /><Relationship Type="http://schemas.openxmlformats.org/officeDocument/2006/relationships/notesSlide" Target="/ppt/notesSlides/notesSlide2.xml" Id="R6060c6d4085e48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6f4de0d334c6d" /><Relationship Type="http://schemas.openxmlformats.org/officeDocument/2006/relationships/notesSlide" Target="/ppt/notesSlides/notesSlide3.xml" Id="Rdf602ac64b494b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08ccf59684060" /><Relationship Type="http://schemas.openxmlformats.org/officeDocument/2006/relationships/notesSlide" Target="/ppt/notesSlides/notesSlide4.xml" Id="R668d8813d07b4b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ab8dcdc814768" /><Relationship Type="http://schemas.openxmlformats.org/officeDocument/2006/relationships/notesSlide" Target="/ppt/notesSlides/notesSlide5.xml" Id="R30accdb3073045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7195491894621" /><Relationship Type="http://schemas.openxmlformats.org/officeDocument/2006/relationships/notesSlide" Target="/ppt/notesSlides/notesSlide6.xml" Id="R0720d477652b49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b3ec996eb4dd8" /><Relationship Type="http://schemas.openxmlformats.org/officeDocument/2006/relationships/notesSlide" Target="/ppt/notesSlides/notesSlide7.xml" Id="R1ad95db2e43646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4c05a43834f41" /><Relationship Type="http://schemas.openxmlformats.org/officeDocument/2006/relationships/notesSlide" Target="/ppt/notesSlides/notesSlide8.xml" Id="R8adf6bcfbf284a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9252ca8204119" /><Relationship Type="http://schemas.openxmlformats.org/officeDocument/2006/relationships/notesSlide" Target="/ppt/notesSlides/notesSlide9.xml" Id="R5af4b0ffb71142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8CC73-6B34-4DB3-B38B-F9D15CB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136EA-CAA0-4825-A6EB-B4C06D0D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149"/>
          </a:solidFill>
          <a:ln xmlns:a="http://schemas.openxmlformats.org/drawingml/2006/main" w="9525">
            <a:solidFill>
              <a:srgbClr val="1521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588F6-203B-4647-9456-1C05AAEC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952500"/>
            <a:ext cx="2952750" cy="4857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202F63"/>
          </a:solidFill>
          <a:ln xmlns:a="http://schemas.openxmlformats.org/drawingml/2006/main" w="9525">
            <a:solidFill>
              <a:srgbClr val="202F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B72C-EE1C-4A39-9175-64164A95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1809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777FF"/>
          </a:solidFill>
          <a:ln xmlns:a="http://schemas.openxmlformats.org/drawingml/2006/main" w="9525">
            <a:solidFill>
              <a:srgbClr val="27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B5DAC-1EE3-4DE0-8343-41151E0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AC1AF-4F38-4583-9A55-07B724E4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44534-311B-4423-909A-C7983E35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286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6E187-4EF1-4625-BF3D-CD4DB840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2877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5FF"/>
          </a:solidFill>
          <a:ln xmlns:a="http://schemas.openxmlformats.org/drawingml/2006/main" w="9525">
            <a:solidFill>
              <a:srgbClr val="9CC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C6AF3-18C8-4C0C-9833-1D93443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5FF"/>
          </a:solidFill>
          <a:ln xmlns:a="http://schemas.openxmlformats.org/drawingml/2006/main" w="9525">
            <a:solidFill>
              <a:srgbClr val="9CC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59105-5D6C-45F0-82A5-D35437FC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5FF"/>
          </a:solidFill>
          <a:ln xmlns:a="http://schemas.openxmlformats.org/drawingml/2006/main" w="9525">
            <a:solidFill>
              <a:srgbClr val="9CC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82671-FF2A-481C-B2F8-06400084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33900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5FF"/>
          </a:solidFill>
          <a:ln xmlns:a="http://schemas.openxmlformats.org/drawingml/2006/main" w="9525">
            <a:solidFill>
              <a:srgbClr val="9CC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12117-80CE-4294-A614-9F0DD6ED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9C7FF"/>
                </a:solidFill>
                <a:latin typeface="Helvetica Neue"/>
                <a:ea typeface="Helvetica Neue"/>
                <a:cs typeface="Helvetica Neue"/>
              </a:rPr>
              <a:t>REVIEW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40E6E-542B-4C3C-A4FA-6F1FAD3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381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Turn a pull request</a:t>
            </a:r>
          </a:p>
          <a:p xmlns:a="http://schemas.openxmlformats.org/drawingml/2006/main">
            <a:pPr algn="l">
              <a:def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into a guided 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DBA1A-596A-4200-9D23-C3797D5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rPr>
              <a:t>A Chrome side panel that helps reviewers understand code changes before they judge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7DF57-F060-4179-9CAB-805F8B81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9C7FF"/>
                </a:solidFill>
                <a:latin typeface="Helvetica Neue"/>
                <a:ea typeface="Helvetica Neue"/>
                <a:cs typeface="Helvetica Neue"/>
              </a:rPr>
              <a:t>Hackathon showcase</a:t>
            </a:r>
          </a:p>
        </p:txBody>
      </p:sp>
    </p:spTree>
    <p:extLst>
      <p:ext uri="{BB962C8B-B14F-4D97-AF65-F5344CB8AC3E}">
        <p14:creationId xmlns:p14="http://schemas.microsoft.com/office/powerpoint/2010/main" val="245633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52DEC-E57D-4D60-B588-955145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0A704-602D-4CE6-8268-7B8D8A42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4ADEF-28EB-4838-B543-ABC77055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E4FA1-5C84-496B-B70A-531382DF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4F1A3-ECCF-45A0-B34A-266DA5C9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pull request is not a file 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1CB70-3680-42C8-8056-40F8C0EF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GitHub shows changes in alphabetical order. Reviewers must reconstruct intent, dependencies, and risk on their own.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8ED4C-BD90-4B3E-AD40-3FE3F120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3352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F1F4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03990-1F85-41D6-906D-074539A2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FF999-82B3-4A41-8AA8-A86CA3F2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LoginForm.tsx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3DC52-1F1A-4C73-ADCE-2BF8A94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Where does the user journey begin?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8D31C-C262-447E-895F-ADD3A427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19500"/>
            <a:ext cx="3352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F1F4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35F61-2E94-4FDC-97B0-15B49EB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CBD31-CF00-4FCF-9CA7-98F54998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auth/refresh.ts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EA07C-5C74-448F-97AD-B33EE641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What contract changed downstream?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E99DF-5D00-41D7-ACF5-7273A59C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3352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F1F4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E623E-0264-46F2-B0F4-0C2D5673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F805D-319D-4FD5-9C28-FDB090BC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schema.prisma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2227B-F194-440F-B532-12CD464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What could break in production?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D4DA8-4138-49D4-B0BD-A386898E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hardest part of review is finding the story hidden inside the diff.</a:t>
            </a:r>
          </a:p>
        </p:txBody>
      </p:sp>
    </p:spTree>
    <p:extLst>
      <p:ext uri="{BB962C8B-B14F-4D97-AF65-F5344CB8AC3E}">
        <p14:creationId xmlns:p14="http://schemas.microsoft.com/office/powerpoint/2010/main" val="2033414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E780A-564E-4EFE-90C7-3510DD74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16FA8-1935-4F92-8041-6A7B3F90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38AE9-C7A2-44D5-8BBD-8EAF38D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D9E35-574F-4C1C-A04D-917A85A8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THE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94B51-A69D-4A3D-BC2F-3302334A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Give every pull request a narrator.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0DE3D-1B2E-459A-846C-06D256CD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Story groups changes into chapters, suggests a reading order, and keeps every claim anchored to code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72D5A-7FF2-42E0-831C-667C6CE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11633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FE0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F17E0-6892-4558-AC6A-45E717F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6EDAF-9DDC-4CD0-9680-99B3F41C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01E48-22D2-4209-A6EE-5ED06DFB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Find tracks and dependencies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454EC-5389-48D3-9C4F-14E2F59C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E2DDD-5080-4DE9-9B5C-E13EC19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6ADC6-3532-4639-8ABC-335DC5C2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2EC85-9851-488E-BF6D-E6173A74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62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Stream chapters in the right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9DBBB-DEAA-45F4-9F08-8894B62E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64E1C-1359-4C44-9FB2-E0EA896D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B9CB5-1237-4384-99E9-0C70AFC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24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Investigate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708C1-BA48-4B9E-A5A3-3185A20F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Ask evidence-backed questions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9C964-B2A3-4D8E-BE49-106AA2B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B6300-729D-4023-BB40-51DDFDE4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48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B7F86-9521-433C-AC2D-6FE81A39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24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BC885-5ED6-4AB0-B126-368422AB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62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Draft and stage feedback</a:t>
            </a:r>
          </a:p>
        </p:txBody>
      </p:sp>
    </p:spTree>
    <p:extLst>
      <p:ext uri="{BB962C8B-B14F-4D97-AF65-F5344CB8AC3E}">
        <p14:creationId xmlns:p14="http://schemas.microsoft.com/office/powerpoint/2010/main" val="2074357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D7B1B-D4F5-4A8A-B7DC-B9C0D759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0661B-9863-4D07-BA39-614C2F96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75E81-F1AE-48C0-A307-0EC2A04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25327-3C82-4963-BB53-BAAC0F1D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THE REVIEWER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C820E-B17E-45CB-B364-D709C56F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Start with the story. End with a better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AF4DA-34AF-4929-A014-72A29AF9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One guided loop keeps the reviewer oriented—from the first chapter to a native GitHub comment.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F07A1-0587-4A83-89DD-5CFFD08E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28756-BD9F-4E32-A8F5-FD77F45B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766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7FF"/>
          </a:solidFill>
          <a:ln xmlns:a="http://schemas.openxmlformats.org/drawingml/2006/main" w="9525">
            <a:solidFill>
              <a:srgbClr val="27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AC45A-2118-4AA7-B4EF-8CF600D7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14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Start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4DAD3-21C2-40C6-AF97-2D35C95D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528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new commit opens a fresh review session.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E3F19-7B93-44B7-92FD-FA218108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ADAB4-6CB4-4A7D-B329-1D91CE99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814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7FF"/>
          </a:solidFill>
          <a:ln xmlns:a="http://schemas.openxmlformats.org/drawingml/2006/main" w="9525">
            <a:solidFill>
              <a:srgbClr val="27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B0DDE-50DE-4D1A-AECD-17935F66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19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chapters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D9833-8F6E-4A20-900D-BAB19168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UI, API, schema, and tests arrive as a coherent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9D2A1-9CCE-4BD6-9B58-90A4F9D1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73CC8-D778-41BE-8610-592A6FFC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863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7FF"/>
          </a:solidFill>
          <a:ln xmlns:a="http://schemas.openxmlformats.org/drawingml/2006/main" w="9525">
            <a:solidFill>
              <a:srgbClr val="277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1DC43-A1F2-443E-B463-B165DE56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24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the harness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328FC-2BCE-4B49-8210-487C5D22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62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Chat investigates with evidence and session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9467E-7819-4E74-942C-17A75111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CF352-B69C-4BD4-8517-9E1935B9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911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C37A7-E204-4DF6-BCC7-5E5215E1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Publish deliberately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15A24-9EAA-4F4A-930B-331F89FA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67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Draft first; explicitly stage a pending GitHub review comment.</a:t>
            </a:r>
          </a:p>
        </p:txBody>
      </p:sp>
    </p:spTree>
    <p:extLst>
      <p:ext uri="{BB962C8B-B14F-4D97-AF65-F5344CB8AC3E}">
        <p14:creationId xmlns:p14="http://schemas.microsoft.com/office/powerpoint/2010/main" val="1613625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CB5C7-8FD5-4D19-971F-145FC554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A1197-00DA-469B-9E2B-446EC4AA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A3CAA-DABF-4865-8ABC-D0E6C498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76319-0A30-4C6B-AF4F-AFCE5098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THE WEDGE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598B0-6F42-42B8-8DB1-AEDC9669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Stay in GitHub. Add the missing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D0AEF-76B2-42BF-A14E-70AE2401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Story does not replace the review surface—it drives the page, follows the reviewer, and hands comments back to GitHub.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737EE-F369-4620-8C3A-ABC3E08E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476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57D89-6726-4BEC-A1AF-83F28D3B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GitHub keeps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3817B-33DD-4BDB-962A-38A53D2E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diff · native comments · submit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C4C8E-E097-4277-B3B1-47D24171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4476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F4F0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F5CAC-57D2-413E-8D36-C58B1BE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rPr>
              <a:t>Review Story adds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E0ACC-1EC0-4C4A-91A8-5BC1E8B6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481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Reading order · evidence · reviewer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855BD-A7D1-42E5-8036-3A21FC47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↔</a:t>
            </a:r>
          </a:p>
        </p:txBody>
      </p:sp>
    </p:spTree>
    <p:extLst>
      <p:ext uri="{BB962C8B-B14F-4D97-AF65-F5344CB8AC3E}">
        <p14:creationId xmlns:p14="http://schemas.microsoft.com/office/powerpoint/2010/main" val="463910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38905-52DD-4599-9C44-C05653D9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98E08-FEAC-41BF-BD4C-F8106D08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7C821-9FFC-4193-828C-47675385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B6EF4-1E15-4828-BBEE-14999753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BUILT FOR PARALLEL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5DEFD-8D60-4A09-B4A1-97E00711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Three layers. One reviewer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853FC-4994-4975-B03E-AE3202B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Each owner can move independently while the shared artifact and session contract keep the product coherent.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10E7E-4E81-44A9-9425-CE592AFC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11163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71B60-4F3B-4636-B464-70031DF4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Chrome extension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52B21-C5F1-4271-9838-8E65EE3F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2902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Presentation + GitHub page 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792FF-1B1E-4692-9558-95459C08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38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66DE6-9EBA-4FFD-B25D-23D0EC4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11163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F4F0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BBE36-DC2E-4160-A3FC-28921BAB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357FF"/>
                </a:solidFill>
                <a:latin typeface="Helvetica Neue"/>
                <a:ea typeface="Helvetica Neue"/>
                <a:cs typeface="Helvetica Neue"/>
              </a:rPr>
              <a:t>Agent / chat 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8E550-A899-4705-AEDA-9ED1EC7A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8627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Sessions · chapters · chat · drafts · publishing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F469B-37CD-4ABC-8636-597426F8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95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CCA7A-56A4-40D6-A449-1E6D0C54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11163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07DFD-963F-4351-96A1-AAAC598A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24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Analysis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EB135-A312-4F52-96DB-75606721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4352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Reviewer-neutral StoryArtifact + SSE</a:t>
            </a:r>
          </a:p>
        </p:txBody>
      </p:sp>
    </p:spTree>
    <p:extLst>
      <p:ext uri="{BB962C8B-B14F-4D97-AF65-F5344CB8AC3E}">
        <p14:creationId xmlns:p14="http://schemas.microsoft.com/office/powerpoint/2010/main" val="1457529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7E44E-7EF4-48DF-8B01-4843B812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03F11-012F-4319-B343-0B8AE945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BC7C6-0AFF-43F8-B662-F3BF0E16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AD143-DC59-4EA7-9B53-3F42B96F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HACKATHON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3FB77-B6CB-46B4-854F-EADA21A3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seams are real—even while the analyzer is still mocked.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920EE-F387-4B25-82A3-530880B7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 built the contracts that let the demo feel cohesive today and let the product deepen after the hackathon.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DF549-6C9B-4FD1-88DB-64E3DD29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34099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F1F4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02B5D-ED4D-4D13-AD51-FC33C949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Session-aware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6092E-CA31-48C7-9B12-29402FC9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One session per PR head SHA; fresh session for a new commit.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07A5D-9DC4-438F-BE24-D6F205DD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76650"/>
            <a:ext cx="34099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F1F4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95605-5F61-4E6D-9FC3-A3F98954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81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Evidence-first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2A073-DEE7-4811-92C7-94A2CF1C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1485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GPT-5.6 Terra chat accepts citations only when they match stored artifact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2030D-CE59-488A-BD73-F6F3870C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6650"/>
            <a:ext cx="34099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F1F4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81E13-5884-45BD-91DB-62E35C5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GitHub-native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FD198-EFB0-4FF1-9843-758C1D2C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Drafts stay private until an explicit publish creates a pending review comment.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607C4-9748-4BCC-8A65-4904E148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Today: fixture-backed analysis. Next: connect the real pipeline without changing the reviewer contract.</a:t>
            </a:r>
          </a:p>
        </p:txBody>
      </p:sp>
    </p:spTree>
    <p:extLst>
      <p:ext uri="{BB962C8B-B14F-4D97-AF65-F5344CB8AC3E}">
        <p14:creationId xmlns:p14="http://schemas.microsoft.com/office/powerpoint/2010/main" val="223138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10CB8-B1C6-464D-92F4-E61F9326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3A4FE-995C-457A-803C-B844F4E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88FD4-ED03-4150-A46E-1377E1DA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F4458-B0C7-4D59-8954-FE87194A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THE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C8B77-3875-49B8-BF87-1BB124ED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Watch an 80-file PR become reviewable in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5E3EA-A840-4084-A48B-D98C7C55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moment to show is not “AI wrote a summary.” It is “the reviewer knows where to begin—and why.”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2D8C0-A594-4763-8EB7-AECA6BB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DF2D9-672B-4192-BA16-4F8A736F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a pull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97349-A9DA-480E-B827-80F745F5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243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side panel offers a fresh review for the latest commit.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A41AD-52FC-4DA5-A81C-C7F321C1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9032B-B777-4328-A4DC-0CF43DA1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05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an entry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39EC6-E318-465A-A8A7-7494DA10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Start at UI, API, or schema—then let GitHub follow.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3A35F-1E30-4796-8F8E-DB8D49A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46BBE-7561-481D-9EAB-C1DAC6C9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a sharp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AEF28-6407-48DA-9136-5ACCB0EF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4825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harness retrieves evidence and completes chapters naturally.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1DEBB-C88B-4629-8D62-6B75165E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48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777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A3984-EFCD-4965-BA09-3845746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29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Stage a finding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A77CB-E3B3-4422-8200-CB18FDA8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4825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Confirm once; GitHub receives a native pending-review comment.</a:t>
            </a:r>
          </a:p>
        </p:txBody>
      </p:sp>
    </p:spTree>
    <p:extLst>
      <p:ext uri="{BB962C8B-B14F-4D97-AF65-F5344CB8AC3E}">
        <p14:creationId xmlns:p14="http://schemas.microsoft.com/office/powerpoint/2010/main" val="599800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B32D7-41AA-4DB8-9612-F6BFE5D5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60A0D-DD80-41F5-9DAF-FC291B9D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9C7FF"/>
                </a:solidFill>
                <a:latin typeface="Helvetica Neue"/>
                <a:ea typeface="Helvetica Neue"/>
                <a:cs typeface="Helvetica Neue"/>
              </a:rPr>
              <a:t>REVIEW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4C809-1525-42AF-A153-83F21BBC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762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Code review</a:t>
            </a:r>
          </a:p>
          <a:p xmlns:a="http://schemas.openxmlformats.org/drawingml/2006/main">
            <a:pPr algn="l">
              <a:def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deserves a narrator.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72A65-1C9E-4C7D-A34F-B4DA8F81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rPr>
              <a:t>A guided story for every pull request—built to make reviewers faster, calmer, and more confident.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A199E-95C3-4B95-AD19-7FEA634C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9C7FF"/>
                </a:solidFill>
                <a:latin typeface="Helvetica Neue"/>
                <a:ea typeface="Helvetica Neue"/>
                <a:cs typeface="Helvetica Neue"/>
              </a:rPr>
              <a:t>Review Story ·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794694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2026-07-21T19:24:58.6660000Z</dcterms:created>
  <dcterms:modified xsi:type="dcterms:W3CDTF">2026-07-21T19:24:58.6660000Z</dcterms:modified>
</coreProperties>
</file>